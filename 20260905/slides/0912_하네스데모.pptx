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051560"/>
            <a:ext cx="10332720" cy="1371600"/>
          </a:xfrm>
          <a:prstGeom prst="roundRect">
            <a:avLst/>
          </a:prstGeom>
          <a:solidFill>
            <a:srgbClr val="123A60"/>
          </a:solidFill>
          <a:ln w="19050">
            <a:solidFill>
              <a:srgbClr val="009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88720"/>
            <a:ext cx="9784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PLAN  →  target-lookup  →  chembl-actives  →  mol-properties  →  selectivity-check  →  REPORT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009CD8"/>
                </a:solidFill>
                <a:latin typeface="Malgun Gothic"/>
              </a:rPr>
              <a:t>각 화살표마다 검증 게이트: verification.passed = false 면 다음 단계 진행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PDE5 저해제 탐색 에이전트 하네스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9CD8"/>
                </a:solidFill>
                <a:latin typeface="Malgun Gothic"/>
              </a:rPr>
              <a:t>— 강사 데모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 i="0">
                <a:solidFill>
                  <a:srgbClr val="E9EDF1"/>
                </a:solidFill>
                <a:latin typeface="Malgun Gothic"/>
              </a:rPr>
              <a:t>자율 에이전트가 실제로 어떻게 도구를 쓰는가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8A929A"/>
                </a:solidFill>
                <a:latin typeface="Malgun Gothic"/>
              </a:rPr>
              <a:t>재직자 3과정 · 6일차(9/5) · 대규모 언어모델과 신약개발 · 강사 박혜진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데모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오늘 화면에서 볼 것 — 하네스 해부 → 도구 실행 → 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02336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840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1. 하네스 해부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783080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폴더 구조 · CLAUDE.md 규약 · 스킬 6종 / 스크립트 7종 · JSON 출력 계약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4023360" cy="96012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840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2. 도구 5종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017520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target-lookup · chembl-actives · mol-properties · selectivity-check · verify (실제 출력값)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023360" cy="9601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3840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3. 원칙 · 라이브 데모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251960"/>
            <a:ext cx="6583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검증 게이트 · 무-날조 · provenance · 훅 · 데모 시나리오 · 보안 · 한계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778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5961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5961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이 덱은 강사가 Claude Code 화면을 띄워놓고 옆에 두는 '해설서'다. 슬라이드의 모든 수치·출력은 실제로 실행해 확인된 값이다.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왜 하네스인가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프롬프트 한 줄 vs 하네스 — 무엇이 다른가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프롬프트 한 줄에게 시키면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 기억에 의존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IC50·ChEMBL ID를 '그럴듯하게'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 지점 없음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맞았는지 틀렸는지 확인할 곳이 없음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출처 없음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어디서 온 값인지 되짚을 수 없음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재현 불가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같은 질문에 매번 다른 답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실패가 조용함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모르면 모른다고 하지 않음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하네스에게 시키면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scripts/*.py 가 UniProt·ChEMBL·RDKit 실행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계약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{result, provenance, verification} 고정 스키마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게이트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passed=false → 다음 단계 진행 금지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규약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CLAUDE.md 하드 규칙 + PostToolUse 훅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정직한 실패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근거 없으면 '확인 필요' 로 표기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3교시(에이전트 원리)의 '계획 → 도구 → 검증' 루프를, 4교시(하네스 엔지니어링)의 방식으로 실제 폴더에 구현한 것이 이 하네스다.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CLAUDE.md, 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하네스 해부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폴더 구조 · 에이전트 지시서 · 스킬/스크립트 · 출력 계약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전체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폴더 하나가 곧 에이전트 — 구조와 데이터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627632"/>
            <a:ext cx="1783080" cy="74980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PLAN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plan-research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8296" y="1627632"/>
            <a:ext cx="178308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5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표적 조사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target-lookup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627632"/>
            <a:ext cx="178308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활성물질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chembl-actives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1" y="1627632"/>
            <a:ext cx="1783080" cy="74980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물성/약물성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mol-properties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27632"/>
            <a:ext cx="1783080" cy="749808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선택성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selectivity-check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9528" y="1627632"/>
            <a:ext cx="1783080" cy="749808"/>
          </a:xfrm>
          <a:prstGeom prst="round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5248" y="1645920"/>
            <a:ext cx="1691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보고서</a:t>
            </a:r>
          </a:p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E9EDF1"/>
                </a:solidFill>
                <a:latin typeface="Malgun Gothic"/>
              </a:rPr>
              <a:t>report-writer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181051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B2A4A"/>
                </a:solidFill>
                <a:latin typeface="Malgun Gothic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5" y="181051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B2A4A"/>
                </a:solidFill>
                <a:latin typeface="Malgun Gothic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181051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B2A4A"/>
                </a:solidFill>
                <a:latin typeface="Malgun Gothic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181051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B2A4A"/>
                </a:solidFill>
                <a:latin typeface="Malgun Gothic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81051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B2A4A"/>
                </a:solidFill>
                <a:latin typeface="Malgun Gothic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4323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C0392B"/>
                </a:solidFill>
                <a:latin typeface="Malgun Gothic"/>
              </a:rPr>
              <a:t>↑ 각 단계 사이마다 verify.py 게이트 — passed=false 면 여기서 멈춘다</a:t>
            </a:r>
          </a:p>
        </p:txBody>
      </p:sp>
      <p:sp>
        <p:nvSpPr>
          <p:cNvPr id="24" name="Round Same Side Corner Rectangle 23"/>
          <p:cNvSpPr/>
          <p:nvPr/>
        </p:nvSpPr>
        <p:spPr>
          <a:xfrm>
            <a:off x="777240" y="2761488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779776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pde5_harness/ (실제 구조)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163824"/>
            <a:ext cx="10607040" cy="219456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255264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pde5_harness/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CLAUDE.md          </a:t>
            </a:r>
            <a:r>
              <a:rPr sz="1200">
                <a:solidFill>
                  <a:srgbClr val="7EC699"/>
                </a:solidFill>
                <a:latin typeface="Consolas"/>
              </a:rPr>
              <a:t># 에이전트 규약: PLAN→게이트→REPORT, 무-날조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README.md  run_harness.py  requirements.txt  Dockerfile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.claude/settings.json    </a:t>
            </a:r>
            <a:r>
              <a:rPr sz="1200">
                <a:solidFill>
                  <a:srgbClr val="7EC699"/>
                </a:solidFill>
                <a:latin typeface="Consolas"/>
              </a:rPr>
              <a:t># PostToolUse 훅 등록 (matcher: Bash)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.claude/hooks/           </a:t>
            </a:r>
            <a:r>
              <a:rPr sz="1200">
                <a:solidFill>
                  <a:srgbClr val="7EC699"/>
                </a:solidFill>
                <a:latin typeface="Consolas"/>
              </a:rPr>
              <a:t># verify_provenance.py, no_fabrication_guard.py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.claude/skills/&lt;name&gt;/SKILL.md   </a:t>
            </a:r>
            <a:r>
              <a:rPr sz="1200">
                <a:solidFill>
                  <a:srgbClr val="7EC699"/>
                </a:solidFill>
                <a:latin typeface="Consolas"/>
              </a:rPr>
              <a:t># 스킬 6종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├── scripts/                 </a:t>
            </a:r>
            <a:r>
              <a:rPr sz="1200">
                <a:solidFill>
                  <a:srgbClr val="7EC699"/>
                </a:solidFill>
                <a:latin typeface="Consolas"/>
              </a:rPr>
              <a:t># verify.py + 단계 스크립트 (표준 봉투 JSON)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└── outputs/                 </a:t>
            </a:r>
            <a:r>
              <a:rPr sz="1200">
                <a:solidFill>
                  <a:srgbClr val="7EC699"/>
                </a:solidFill>
                <a:latin typeface="Consolas"/>
              </a:rPr>
              <a:t># report_pde5.md, structures/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413247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422391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Claude Code 는 이 폴더를 열면 CLAUDE.md(규약)와 .claude/settings.json(훅)을 자동으로 읽는다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폴더 트리는 실제 파일 목록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지시서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CLAUDE.md — 에이전트에게 주는 '실험 프로토콜'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655064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목표 고정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표적 PDE5A (UniProt O76074, ChEMBL CHEMBL1827) · 기전 cGMP 분해 억제 → 혈관확장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591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585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워크플로 4단계 (순서 엄수)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PLAN(계획 JSON) → EXECUTE(도구 4단계) → VERIFY GATE(매 단계) → REPORT(IMRAD)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626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862072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하드 규칙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수치는 도구 실계산값만 · 모든 주장에 출처 · 불확실은 불확실로 · 결과=가설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661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465576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단계별 통과 조건 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CLAUDE.md 안에 5개 단계의 합격 기준이 표로 박혀 있다 (뒤에서 상세)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6966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069080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재시도 규칙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passed=false → 최대 2회 재시도 → 그래도 실패면 '미확인/플래그' 로 보고서에 명시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7731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672584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스킬·훅 위치 안내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`.claude/skills/&lt;name&gt;/SKILL.md`, `.claude/hooks/` 를 지시서가 직접 가리킨다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7790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790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핵심은 '무엇을 하라'가 아니라 '무엇을 지켜라'. 순서·합격 기준·실패 처리·금지 행위를 문서로 못박아 두면 모델이 바뀌어도 절차가 유지된다.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CLAUDE.md (47줄)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스킬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스킬 6종 — 언제 어떤 도구를 쓸지 알려주는 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스킬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5087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호출 스크립트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512064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plan-research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자연어 목표 → 구조화 JSON 계획 (실행 전 필수)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— (JSON 직접 작성)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128016" cy="5120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41448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target-lookup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PDE5A 실재·기능 확인 (UniProt O76074)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41448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scripts/target_lookup.py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28016" cy="5120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08376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chembl-actives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CHEMBL1827 활성물질 조회 (실 ID·SMILES)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08376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scripts/chembl_actives.py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75303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75303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mol-properties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RDKit 물성 · QED · SA · Lipinski 게이트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575303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scripts/mol_properties.py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142231"/>
            <a:ext cx="128016" cy="512064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142231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selectivity-check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142231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PDE5 vs PDE6 선택성 (정직한 한계)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42231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scripts/selectivity.py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0916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709160"/>
            <a:ext cx="128016" cy="512064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09160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report-writer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709160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봉투 종합 → IMRAD 보고서 outputs/report_pde5.md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709160"/>
            <a:ext cx="3474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(verify.py 로 수치 검증)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SKILL.md 는 frontmatter(name·description) + '언제 쓰는가 / 어떻게 호출하는가 / 반환 검증' 3단 구성. 설명이 곧 트리거 조건이다.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.claude/skills/*/SKILL.md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스크립트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스크립트 7종 — 실제로 계산·조회하는 손발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스크립트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무엇을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508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비고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28016" cy="49377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verify.py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874519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make_result / gate / valid_smiles / numbers_backed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74519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공용 검증 유틸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128016" cy="49377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target_lookup.py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23160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UniProt REST 조회 → gene·protein·function·length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23160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오프라인 폴백 있음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128016" cy="493776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97180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chembl_actives.py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71800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chembl_webresource_client 로 활성 레코드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971800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오프라인 폴백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20439"/>
            <a:ext cx="128016" cy="49377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2043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mol_properties.py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520439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RDKit Descriptors/QED/Lipinski/Crippen 실계산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520439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RDKit 없으면 정직 실패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69079"/>
            <a:ext cx="128016" cy="493776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06907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selectivity.py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069079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PDE5/PDE6 아이소자임 맥락 · 교차억제 기전(정성)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069079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정량 예측 안 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1772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128016" cy="493776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617720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mol_utils.py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617720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RCSB에서 PDB 다운로드 + 경량 텍스트 파싱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617720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옵션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6635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166359"/>
            <a:ext cx="128016" cy="493776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166359"/>
            <a:ext cx="2148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docking.py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166359"/>
            <a:ext cx="5760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외부 smina/vina 바이너리 호출 래퍼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166359"/>
            <a:ext cx="2560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옵션 · 기본은 미실행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797296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806440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5806440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docking.py 는 자체 물리 엔진이 아니다 — PATH의 smina/vina 를 subprocess 로 부르는 래퍼다. 바이너리·구조·박스가 없으면 실행하지 않고 그렇게 보고한다.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scripts/*.py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 · 출력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모든 도구가 같은 봉투로 답한다 — {result, provenance, verification}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scripts/verify.py :: make_result(result, source, query, checks, notes)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852928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"result":       { ... },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        # 도구가 실제로 계산·조회한 값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"provenance":   {"source": "UniProt REST",</a:t>
            </a:r>
            <a:r>
              <a:rPr sz="1300">
                <a:solidFill>
                  <a:srgbClr val="7EC699"/>
                </a:solidFill>
                <a:latin typeface="Consolas"/>
              </a:rPr>
              <a:t>        # 어디서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"query":  "https://rest.uniprot.org/uniprotkb/O76074.json",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"timestamp": "2026-08-31T15:00:19Z"},</a:t>
            </a:r>
            <a:r>
              <a:rPr sz="1300">
                <a:solidFill>
                  <a:srgbClr val="7EC699"/>
                </a:solidFill>
                <a:latin typeface="Consolas"/>
              </a:rPr>
              <a:t>  # 언제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"verification": {"passed": true,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         # = all(checks)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"checks": [{"check":"accession == O76074",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            "passed": true}, ... ],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"notes":  "표적 실재·기능 확인"}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84647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93791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계약이 있으면 (1) 다음 도구에 파이프로 넘길 수 있고 (2) 훅이 기계적으로 검사할 수 있고 (3) 보고서에서 역추적된다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scripts/verify.py :: make_result /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도구 5종 — 실제 출력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실행해서 확인된 값만 인용한다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도구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target_lookup.py — 표적이 실재하는가 (UniProt)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0116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scripts/target_lookup.py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14016"/>
            <a:ext cx="10607040" cy="259689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1024128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"result": {"accession": "O76074", "gene": "PDE5A",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"protein": "cGMP-specific 3',5'-cyclic phosphodiesterase",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"function": "... catalyzes the specific hydrolysis of cGMP to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         5'-GMP (PubMed:15489334, PubMed:9714779) ...",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"length": 875},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"provenance": {"source": "UniProt REST",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  "query": "https://rest.uniprot.org/uniprotkb/O76074.json"},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"verification": {"passed": true, "checks": [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accession == O76074 / phosphodiesterase 5 언급 / 기능 서술 존재 ]}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6577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데모 포인트: 하드코딩이 아니라 방금 REST 를 때린 응답. query 필드에 URL 이 그대로 남는다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70448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네트워크가 막히면 공개 참조값으로 폴백하되 source 에 'UniProt (OFFLINE DEMO)' 를 붙인다 — 값을 만들지 않고, 값의 출처 등급을 낮춰 표시한다.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실행 확인: passed=true, 3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도구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chembl_actives.py — 후보 화합물 (실 ID · 실 SMILES)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0574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scripts/chembl_actives.py 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59736"/>
            <a:ext cx="10607040" cy="234086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51176"/>
            <a:ext cx="1024128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"result": [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{"molecule_chembl_id": "CHEMBL192",  "pref_name": "SILDENAFIL",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"canonical_smiles": "CCCc1nn(C)c2c1nc([nH]c2=O)-c1cc(ccc1OCC)S(=O)(=O)N1CCN(C)CC1"},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{"molecule_chembl_id": "CHEMBL779",  "pref_name": "TADALAFIL", ...},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{"molecule_chembl_id": "CHEMBL1520", "pref_name": "VARDENAFIL", ...} ],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"provenance": {"query": "target_chembl_id=CHEMBL1827; type in (IC50,Ki)"},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"verification": {"passed": true, "checks": [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레코드 존재 / 모든 SMILES RDKit 유효 / 모든 ID 가 CHEMBL 접두 ]}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55464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6460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데모 포인트: SMILES 는 RDKit 로 파싱되는 것만 통과 — 파싱 안 되면 '가짜'로 간주하고 게이트가 막는다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chembl_webresource_client 미설치 환경에서는 오프라인 폴백이 돌고, source 에 'ChEMBL (OFFLINE DEMO — 실데이터 아님)' 이 찍힌다. ID·SMILES 는 실재값이지만 라이브 조회는 아니다.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실행 확인: 3건, SMILES 유효 3/3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도구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mol_properties.py — RDKit 실계산 물성 · 약물성 게이트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0116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scripts/mol_properties.py "&lt;sildenafil SMILES&gt;"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14016"/>
            <a:ext cx="10607040" cy="259689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1024128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"result": [{ "MW": 474.6,  "logP": 1.61, "HBD": 1,   "HBA": 7,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"TPSA": 113.4, "QED": 0.553, "SA": 2.74,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         "Ro5_pass": true, "gate_pass": true }],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"provenance": {"source": "RDKit Descriptors/QED"},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"verification": {"passed": true,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"checks": [후보 존재 / 값 sanity 범위 내],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"notes": "게이트(Ro5≥3 · QED≥0.5 · SA≤6.0) 통과 1건"}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EC699"/>
                </a:solidFill>
                <a:latin typeface="Consolas"/>
              </a:rPr>
              <a:t># 게이트: Ro5 4항목 중 3개 이상 충족 AND QED ≥ 0.5 AND (SA 있으면) SA ≤ 6.0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6577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데모 포인트: 이 7개 숫자는 LLM 이 쓴 게 아니라 RDKit 이 SMILES 로부터 계산한 값이다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QED≥0.5 · SA≤6.0 은 코드에 박힌 교육용 데모 임계값(QED_MIN, SA_MAX)이다. 실제 과제에서는 목적에 맞게 바꿔야 한다. SA 는 RDKit contrib(sascorer) 없으면 null 로 남긴다.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실행 확인 (rdkit 2026.03.4)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도구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selectivity.py — 못 하는 것을 못 한다고 말하는 도구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0574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$ python scripts/selectivity.py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59736"/>
            <a:ext cx="10607040" cy="234086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51176"/>
            <a:ext cx="1024128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"result": {"quantitative_selectivity_predicted": false,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"assessment": "정성(qualitative) — 정량 fold-selectivity 미산출",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"isoform_context": {PDE5: 혈관 평활근 …, PDE6: 망막 광수용체 …},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"cross_inhibition_mechanism": "망막 PDE6 교차 억제 → 일시적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                     청녹 색각 이상(cyanopsia) …",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"confirmation_required": [병렬 IC50/Ki 어세이, ChEMBL 병렬 조회,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                                     문헌 선택성 비의 PMID/DOI 명시]},</a:t>
            </a:r>
          </a:p>
          <a:p>
            <a:pPr>
              <a:spcAft>
                <a:spcPts val="150"/>
              </a:spcAft>
            </a:pPr>
            <a:r>
              <a:rPr sz="1250">
                <a:solidFill>
                  <a:srgbClr val="E6EDF3"/>
                </a:solidFill>
                <a:latin typeface="Consolas"/>
              </a:rPr>
              <a:t>"verification": {"passed": true}    </a:t>
            </a:r>
            <a:r>
              <a:rPr sz="1250">
                <a:solidFill>
                  <a:srgbClr val="7EC699"/>
                </a:solidFill>
                <a:latin typeface="Consolas"/>
              </a:rPr>
              <a:t># ← 수치를 안 낸 것이 '통과' 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55464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64607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데모 포인트: 첫 번째 check 항목이 '정량 fold-selectivity 미날조(정성 보고)' 다 — 억지 수치를 내면 오히려 실패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참고문헌도 실재하는 2편만 반환한다 (Boolell 1996 Int J Impot Res; Ghofrani 2006 Nat Rev Drug Discov, doi:10.1038/nrd2030).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실행 확인: passed=true, 4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도구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verify.py — 게이트 그 자체 (모든 도구가 import 한다)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01168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scripts/verify.py — 4개 함수가 전부다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14016"/>
            <a:ext cx="10607040" cy="2596896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1024128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59C2D6"/>
                </a:solidFill>
                <a:latin typeface="Consolas"/>
              </a:rPr>
              <a:t>make_result(result, source, query, checks, notes)</a:t>
            </a:r>
            <a:r>
              <a:rPr sz="1300">
                <a:solidFill>
                  <a:srgbClr val="7EC699"/>
                </a:solidFill>
                <a:latin typeface="Consolas"/>
              </a:rPr>
              <a:t>   # 표준 봉투 생성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passed = all(ok for _, ok in checks)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# 하나라도 False → 실패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59C2D6"/>
                </a:solidFill>
                <a:latin typeface="Consolas"/>
              </a:rPr>
              <a:t>gate(envelope, step) -&gt; bool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           # 진행/중단 판정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stderr: "[VERIFY-GATE:target-lookup] PASSED"</a:t>
            </a:r>
            <a:r>
              <a:rPr sz="1300">
                <a:solidFill>
                  <a:srgbClr val="7EC699"/>
                </a:solidFill>
                <a:latin typeface="Consolas"/>
              </a:rPr>
              <a:t>      # 화면에 찍힌다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stderr: "[VERIFY-GATE:…] FAILED → 다음 단계 진행 금지"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59C2D6"/>
                </a:solidFill>
                <a:latin typeface="Consolas"/>
              </a:rPr>
              <a:t>valid_smiles(smiles) -&gt; bool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           # RDKit 파싱 가능한가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59C2D6"/>
                </a:solidFill>
                <a:latin typeface="Consolas"/>
              </a:rPr>
              <a:t>numbers_backed(text, allowed_numbers) -&gt; list</a:t>
            </a:r>
            <a:r>
              <a:rPr sz="1300">
                <a:solidFill>
                  <a:srgbClr val="7EC699"/>
                </a:solidFill>
                <a:latin typeface="Consolas"/>
              </a:rPr>
              <a:t>      # 근거 없는 수치 목록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65776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report-writer 는 보고서 본문의 숫자를 numbers_backed 로 훑어 앞 단계 결과에 없는 수치를 잡아낸다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0644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15583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815583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numbers_backed 는 정규식으로 숫자 문자열을 뽑아 비교하는 휴리스틱이다 — 완벽한 사실 검증기가 아니라 '눈에 띄는 날조'를 잡는 1차 그물이다.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scripts/verify.py (63줄)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2 · 옵션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mol_utils.py / docking.py — 있으면 쓰고, 없으면 정직하게 스킵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mol_utils.py (구조)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RCSB에서 PDB 파일 다운로드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files.rcsb.org/download/&lt;code&gt;.pdb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의존성 없는 경량 텍스트 파서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RDKit·MDAnalysis 불필요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파싱 결과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해상도 · 원자수 · 체인 · HETATM 리간드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PDE5A 참조 코드 5종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1UDT · 1XP0 · 1XOZ · 1UDU · 2H42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실패 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파일을 만들지 않고 downloaded:false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docking.py (도킹)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자체 도킹 엔진 아님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PATH의 smina/vina 를 subprocess 호출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전제 4가지 점검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바이너리 · 수용체 · 리간드 · 박스(center/size)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하나라도 없으면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docking_executed:false + missing 목록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스코어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stdout 파싱값만, 없으면 null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실행돼도 caveat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도킹 스코어는 가설 — 친화도 실측 아님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scripts/mol_utils.py, scripts/docking.py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원칙 · 라이브 데모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게이트 · 무-날조 · provenance · 훅 · 시나리오 · 보안 · 한계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단계별 검증 게이트 — CLAUDE.md 에 박힌 통과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통과 조건 (CLAUDE.md 원문)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28016" cy="603503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286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target-lookup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82296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반환 텍스트에 phosphodiesterase 5 / PDE5A 포함 + accession = O76074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128016" cy="603503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24328"/>
            <a:ext cx="2286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chembl-actives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24328"/>
            <a:ext cx="82296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각 레코드에 실제 molecule_chembl_id + SMILES 가 RDKit 로 파싱 + 단위 정상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82696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82696"/>
            <a:ext cx="128016" cy="603503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82696"/>
            <a:ext cx="2286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mol-properties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282696"/>
            <a:ext cx="82296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MW/logP/HBD/HBA/TPSA/QED 가 물리적 범위 내 (0&lt;MW&lt;2000, −10&lt;logP&lt;15, 0≤QED≤1)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1064"/>
            <a:ext cx="11247120" cy="60350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41064"/>
            <a:ext cx="128016" cy="603503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41064"/>
            <a:ext cx="2286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selectivity-check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941064"/>
            <a:ext cx="82296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정량 예측이 없으면 '정성 · 확인 필요' 로 명시 (억지 수치 금지)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99431"/>
            <a:ext cx="11247120" cy="603503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99431"/>
            <a:ext cx="128016" cy="603503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99431"/>
            <a:ext cx="22860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C242B"/>
                </a:solidFill>
                <a:latin typeface="Malgun Gothic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99431"/>
            <a:ext cx="82296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A636B"/>
                </a:solidFill>
                <a:latin typeface="Malgun Gothic"/>
              </a:rPr>
              <a:t>모든 수치가 앞 단계 도구 결과에 존재 (근거 없는 수치 0) + 참고문헌 실재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게이트가 없으면 에이전트는 '대충 그럴듯한 다음 단계'로 미끄러진다. 통과 조건을 문서 + 코드 양쪽에 두면 미끄러질 자리가 없어진다.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CLAUDE.md '단계별 검증 기준' 표 · scripts/verify.py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무-날조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실패를 실패라고 말하는 설계 — 실제 출력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21488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후보가 0건일 때 (SMILES 인자 없이 실행)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51176"/>
            <a:ext cx="10607040" cy="208483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42616"/>
            <a:ext cx="1024128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python scripts/mol_properties.py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# 입력 SMILES 없음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"result": [],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"verification": {"passed": </a:t>
            </a:r>
            <a:r>
              <a:rPr sz="1300">
                <a:solidFill>
                  <a:srgbClr val="59C2D6"/>
                </a:solidFill>
                <a:latin typeface="Consolas"/>
              </a:rPr>
              <a:t>false</a:t>
            </a:r>
            <a:r>
              <a:rPr sz="130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"checks": [{"후보 존재": false}, {"값 sanity 범위 내": false}],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"notes": "물성 계산 0건, 게이트 통과 0건"}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EC699"/>
                </a:solidFill>
                <a:latin typeface="Consolas"/>
              </a:rPr>
              <a:t># 여기서 파이프라인은 멈춘다. 빈 표도, 평균값도, 대표값도 만들지 않는다.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90872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00016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RDKit 미설치 시에도 동일 — 수치 대신 {'RDKit 설치': false} 와 'pip install rdkit' 안내만 반환한다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실행 확인: passed=false · CLAUDE.md 하드 규칙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출처 추적 — 모든 값에 source · query · timestamp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655064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source — 어디서 왔는가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'UniProt REST' / 'RDKit Descriptors/QED' / 'ChEMBL (OFFLINE DEMO — 실데이터 아님)'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591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585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query — 무엇을 물었는가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URL 전문 또는 'target_chembl_id=CHEMBL1827; type in (IC50,Ki); n=3'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626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862072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timestamp — 언제 물었는가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UTC ISO8601 — 같은 DB라도 시점이 다르면 값이 다를 수 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661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465576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등급 표시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라이브 조회인지 오프라인 폴백인지가 source 문자열로 구분된다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6966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069080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보고서까지 전달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report-writer 는 각 사실 주장에 ChEMBL ID / UniProt / PMID / DOI 를 붙인다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3212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55040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5040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2교시 환각 통제의 실물판: '모델이 뭐라고 했는가'가 아니라 '어느 API 가 언제 뭐라고 답했는가'를 기록한다. 출처가 없으면 그 문장은 '확인 필요' 로 내려간다.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verify.py make_result → provenance 필드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PostToolUse 훅 2종 — Bash 실행마다 자동으로 끼어든다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verify_provenance.py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이벤트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PostToolUse · matcher: Bash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점검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출력에 provenance / verification 필드가 있는가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passed:false 감지 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'다음 단계 전 재시도/플래그 검토' 경고 추가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주입 방식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hookSpecificOutput.additionalContext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no_fabrication_guard.py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점검 1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의심 표현: 추정 · 대략 · estimated · plausible …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점검 2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형식이 깨진 식별자 (CHEMBL 뒤 숫자 없음)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걸리면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'도구 실계산값만 인용' 리마인더 주입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안 걸려도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무-날조 원칙 리마인더를 매번 남김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7607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7698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7698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두 훅 모두 경고형(비차단)이다 — exit 0 으로 끝나며 도구 실행을 막지 않는다. 데모 가시성을 위한 설계이고, 실제 차단은 verify.py 의 gate() 가 담당한다.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.claude/settings.json · .claude/hooks/*.py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라이브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강사가 실제로 칠 순서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874519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터미널 → 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76856"/>
            <a:ext cx="10607040" cy="2852928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68296"/>
            <a:ext cx="102412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cd 0905_agent/pde5_harness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python run_harness.py check</a:t>
            </a:r>
            <a:r>
              <a:rPr sz="1300">
                <a:solidFill>
                  <a:srgbClr val="7EC699"/>
                </a:solidFill>
                <a:latin typeface="Consolas"/>
              </a:rPr>
              <a:t>        # ① 환경 점검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[dep] rdkit  ok / [script] 5개 ok / [rdkit] ethanol MW=46.07  ok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결과: PASS — 자율 실행 준비 완료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python run_harness.py list</a:t>
            </a:r>
            <a:r>
              <a:rPr sz="1300">
                <a:solidFill>
                  <a:srgbClr val="7EC699"/>
                </a:solidFill>
                <a:latin typeface="Consolas"/>
              </a:rPr>
              <a:t>         # ② 스킬·스크립트 목록 보여주기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python scripts/target_lookup.py</a:t>
            </a:r>
            <a:r>
              <a:rPr sz="1300">
                <a:solidFill>
                  <a:srgbClr val="7EC699"/>
                </a:solidFill>
                <a:latin typeface="Consolas"/>
              </a:rPr>
              <a:t>    # ③ 도구 하나 맨손 실행 (봉투 보여주기)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$ claude</a:t>
            </a:r>
            <a:r>
              <a:rPr sz="1300">
                <a:solidFill>
                  <a:srgbClr val="7EC699"/>
                </a:solidFill>
                <a:latin typeface="Consolas"/>
              </a:rPr>
              <a:t>                             # ④ 여기서부터 에이전트가 운전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&gt; "CLAUDE.md 읽고 PDE5 저해제 후보 조사해 보고서까지 자율 실행해줘"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84647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93791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run_harness.py run 을 쓰면 에이전트 없이 target→chembl→properties→selectivity 를 파이썬이 순차 실행한다 (게이트 포함)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run_harness.py check / run / list · 실습가이드 §2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관찰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수강생이 화면에서 봐야 할 다섯 가지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655064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① 계획을 먼저 쓴다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도구를 건드리기 전에 objective/questions/tools/success_criteria JSON 부터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591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58568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② 도구 선택의 근거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왜 지금 chembl-actives 인가 — SKILL.md 의 '언제 사용하는가'가 트리거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626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862072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③ 게이트 로그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stderr 의 [VERIFY-GATE:&lt;step&gt;] PASSED / FAILED 한 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661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465576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④ 실패 처리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0건·네트워크 실패 시 재시도 → 폴백 → '미확인 플래그'. 수치를 만들지 않는지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16966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069080"/>
            <a:ext cx="10698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⑤ 훅 리마인더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Bash 실행마다 [verify_provenance] / [no_fabrication_guard] 문구가 붙는지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7784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596127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596127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강사 팁: ③④를 보여주려면 네트워크를 끊거나 잘못된 accession(예: O00000)을 일부러 주고 에이전트가 어떻게 회복하는지 관찰시키면 좋다.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실습가이드 §2-3, §3 고도화 실습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하네스에 실제로 있는 것 / 실무에서 더 붙여야 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하네스에 실제로 구현된 것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API 키 불필요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UniProt·ChEMBL·RCSB 공개 REST 만 사용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컨테이너 격리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Dockerfile · outputs/ 만 VOLUME 으로 노출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자동 감사 훅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PostToolUse 2종이 매 Bash 호출을 점검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graceful 폴백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네트워크·라이브러리 실패에 죽지 않음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쓰기 범위 제한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산출물은 outputs/ 로 한정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실무 배포 시 추가 (4교시)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키 관리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환경변수·시크릿 매니저, 코드·로그에 금지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권한 최소화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도구별 허용 명령 화이트리스트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차단형 훅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경고형 → PreToolUse 차단형으로 승격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감사 로그 보존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호출·응답·게이트 판정 영속화</a:t>
            </a:r>
          </a:p>
        </p:txBody>
      </p:sp>
      <p:sp>
        <p:nvSpPr>
          <p:cNvPr id="30" name="Oval 29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네트워크 통제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허용 도메인 외 egress 차단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 보안의 출발점은 '무엇을 실행할 수 있는가'의 축소다. 이 하네스는 공개 DB 읽기 + 로컬 계산만 하므로 공격면이 작다 — 사내 데이터가 붙는 순간 이야기가 달라진다.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Dockerfile · .claude/settings.json · 4교시 Agentic 보안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정직하게 — 이 하네스가 하지 않는 것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655064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도킹은 실제 물리 도킹이 아니다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docking.py 는 외부 smina/vina 래퍼. 기본 데모에서는 아예 미실행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2257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2199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정량 선택성 없음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PDE5 vs PDE6 는 정성 서술만 — fold-selectivity 는 병렬 어세이·문헌 필요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889503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78892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오프라인 폴백은 실데이터가 아니다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대표 3개 화합물의 공개 ID·SMILES 일 뿐, 활성값 없음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5643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3558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훅은 차단하지 않는다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경고형 · 리마인더 주입만. 실제 차단은 verify.py gate()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023360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922776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임계값은 교육용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QED≥0.5 · SA≤6.0 은 데모 상수 (QED_MIN, SA_MAX)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489704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242B"/>
                </a:solidFill>
                <a:latin typeface="Malgun Gothic"/>
              </a:rPr>
              <a:t>결과 = 가설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알려진 화학공간의 선별·정리 시연이며 신약 발견이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70448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79592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879592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LLM 은 여전히 환각한다. 이 하네스가 줄이는 것은 '수치·식별자 날조'이지 '해석의 오류'가 아니다 — 보고서의 논증은 사람이 읽어야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 · CLAUDE.md 하드 규칙 · README '오프라인/네트워크 안내'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 · 무료 대안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 Code 구독이 없다면 — nb1 노트북으로 같은 개념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nb1_scientific_agent.ipynb (무료)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Colab · 완전 무료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rdkit + requests 만으로 무-키 실행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선택: Gemini 무료 티어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GOOGLE_API_KEY 넣으면 진짜 LLM 이 도구 선택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5종 (전부 실 API·실계산)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search_pubmed · lookup_uniprot · search_chembl_actives · mol_properties · admet_flags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 루프를 손으로 구현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call_tool · audited_call · with_retry · run_agent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pde5_harness (강사 데모)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실행 주체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Code 에이전트가 파일·Bash·훅을 직접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계획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CLAUDE.md 규약 기반 자율 PLAN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PostToolUse 훅 + verify.py 단계 게이트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SKILL.md 6종 + scripts 7종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892040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비용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Code 유료 구독 필요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배우는 개념은 동일하다 — 도구 등록 · 표준 반환 · 재시도 · 출처 기록 · 검증. 노트북은 그 루프를 파이썬으로 직접 쓰고, 하네스는 에이전트에게 맡긴다.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0905_agent/notebooks/nb1_scientific_agent.ipynb · pde5_harness_실습가이드.md §0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이 데모에서 가져갈 다섯 가지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하네스 = 도구 + 계약 + 게이트 + 규약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프롬프트가 아니라 폴더 구조가 에이전트의 행동을 결정한다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9631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78024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표준 봉투 {result, provenance, verification}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체이닝·자동검사·역추적이 전부 이 계약 하나에서 나온다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00984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0098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82696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게이트는 문서와 코드 양쪽에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CLAUDE.md 통과 조건 표 + verify.py gate() — 미끄러질 자리를 없앤다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05656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0565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87368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무-날조는 기능이다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후보 0건 → passed=false · 정량 선택성 미산출 — 모르면 모른다고 한다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1032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10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92040"/>
            <a:ext cx="100584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provenance 가 신뢰의 단위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source·query·timestamp 가 없으면 그 문장은 '확인 필요'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33872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852159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852159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먼저 해볼 것: run_harness.py check → 자연어 한 줄 → 화면 지켜보기. 다음은 같은 뼈대·다른 표적 — antibody_harness/ (antigen_lookup → antibody_search → cdr_analysis → developability → humanness, HER2/P04626).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0905_agent/pde5_harness/ — 실제 코드·실행 결과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